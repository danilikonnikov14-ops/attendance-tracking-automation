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6" r:id="rId4"/>
    <p:sldId id="259" r:id="rId5"/>
    <p:sldId id="260" r:id="rId6"/>
    <p:sldId id="261" r:id="rId7"/>
    <p:sldId id="262" r:id="rId8"/>
    <p:sldId id="264" r:id="rId9"/>
    <p:sldId id="265" r:id="rId10"/>
  </p:sldIdLst>
  <p:sldSz cx="9144000" cy="5143500" type="screen16x9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47" d="100"/>
          <a:sy n="147" d="100"/>
        </p:scale>
        <p:origin x="-594" y="-102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27.04.2026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27.04.2026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27.04.2026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27.04.2026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27.04.2026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27.04.2026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27.04.2026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27.04.2026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27.04.2026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27.04.2026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27.04.2026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C71EC6-210F-42DE-9C53-41977AD35B3D}" type="datetimeFigureOut">
              <a:rPr lang="ru-RU" smtClean="0"/>
              <a:t>27.04.2026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0" y="0"/>
            <a:ext cx="9143999" cy="51434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551886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-36512" y="0"/>
            <a:ext cx="9180511" cy="51640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702049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0" y="0"/>
            <a:ext cx="9143999" cy="51434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950940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" y="0"/>
            <a:ext cx="9143997" cy="51434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792011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A:\5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792011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-36511" y="0"/>
            <a:ext cx="9180509" cy="51640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792011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-36511" y="0"/>
            <a:ext cx="9180509" cy="51640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015771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-36511" y="0"/>
            <a:ext cx="9180509" cy="51640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015771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 descr="A:\6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6512" y="0"/>
            <a:ext cx="9180512" cy="51640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311367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188</TotalTime>
  <Words>0</Words>
  <Application>Microsoft Office PowerPoint</Application>
  <PresentationFormat>Экран (16:9)</PresentationFormat>
  <Paragraphs>0</Paragraphs>
  <Slides>9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0" baseType="lpstr"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User</dc:creator>
  <cp:lastModifiedBy>User</cp:lastModifiedBy>
  <cp:revision>8</cp:revision>
  <dcterms:created xsi:type="dcterms:W3CDTF">2026-04-07T08:39:32Z</dcterms:created>
  <dcterms:modified xsi:type="dcterms:W3CDTF">2026-04-27T11:55:34Z</dcterms:modified>
</cp:coreProperties>
</file>